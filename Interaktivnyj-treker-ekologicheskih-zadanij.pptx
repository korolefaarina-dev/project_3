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Manrope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9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flask.palletsprojects.com/" TargetMode="External"/><Relationship Id="rId2" Type="http://schemas.openxmlformats.org/officeDocument/2006/relationships/hyperlink" Target="https://docs.python.org/3/library/sqlite3.html" TargetMode="External"/><Relationship Id="rId3" Type="http://schemas.openxmlformats.org/officeDocument/2006/relationships/hyperlink" Target="https://getbootstrap.com/docs/5.3/" TargetMode="External"/><Relationship Id="rId4" Type="http://schemas.openxmlformats.org/officeDocument/2006/relationships/hyperlink" Target="https://fontawesome.com/" TargetMode="External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3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611" y="788432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4611" y="1259681"/>
            <a:ext cx="7754779" cy="25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Интерактивный трекер экологических заданий</a:t>
            </a:r>
            <a:endParaRPr lang="en-US" sz="5350" dirty="0"/>
          </a:p>
        </p:txBody>
      </p:sp>
      <p:sp>
        <p:nvSpPr>
          <p:cNvPr id="6" name="Text 3"/>
          <p:cNvSpPr/>
          <p:nvPr/>
        </p:nvSpPr>
        <p:spPr>
          <a:xfrm>
            <a:off x="694611" y="4087535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Основы промышленного программирования 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4611" y="4580453"/>
            <a:ext cx="7754779" cy="1421606"/>
          </a:xfrm>
          <a:prstGeom prst="roundRect">
            <a:avLst>
              <a:gd name="adj" fmla="val 1256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0589" y="47864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Участники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00589" y="5200769"/>
            <a:ext cx="73428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Светличный Андрей</a:t>
            </a:r>
            <a:endParaRPr lang="en-US" sz="15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Королёва Арина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4611" y="6175653"/>
            <a:ext cx="7754779" cy="1421606"/>
          </a:xfrm>
          <a:prstGeom prst="roundRect">
            <a:avLst>
              <a:gd name="adj" fmla="val 1256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0589" y="63816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Руководитель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00589" y="6795968"/>
            <a:ext cx="73428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Педагог ГБОУ Школа № 444</a:t>
            </a:r>
            <a:endParaRPr lang="en-US" sz="15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Королёва Наталия Александровна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0741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12312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Проект представляет собой веб-приложение на микрофреймворке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Flask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104078"/>
            <a:ext cx="7556421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49710" y="3104078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8" name="Text 5"/>
          <p:cNvSpPr/>
          <p:nvPr/>
        </p:nvSpPr>
        <p:spPr>
          <a:xfrm>
            <a:off x="6628924" y="3361373"/>
            <a:ext cx="3221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умеет приложение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28924" y="3851791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Регистрация по нику, отметка выполненных «зелёных» заданий, накопление баллов, отслеживание прогресса и позиции в общем рейтинге.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24607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9710" y="5424607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12" name="Text 9"/>
          <p:cNvSpPr/>
          <p:nvPr/>
        </p:nvSpPr>
        <p:spPr>
          <a:xfrm>
            <a:off x="6628924" y="5681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проекта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8924" y="6172319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Изучение основ веб-разработки на Python: работа с базами данных, управление сессиями пользователей.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38043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Постановка задачи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1458992"/>
            <a:ext cx="2015609" cy="340519"/>
          </a:xfrm>
          <a:prstGeom prst="roundRect">
            <a:avLst>
              <a:gd name="adj" fmla="val 40467"/>
            </a:avLst>
          </a:prstGeom>
          <a:solidFill>
            <a:srgbClr val="FFD7CC"/>
          </a:solidFill>
          <a:ln/>
        </p:spPr>
      </p:sp>
      <p:sp>
        <p:nvSpPr>
          <p:cNvPr id="4" name="Text 2"/>
          <p:cNvSpPr/>
          <p:nvPr/>
        </p:nvSpPr>
        <p:spPr>
          <a:xfrm>
            <a:off x="827127" y="1516380"/>
            <a:ext cx="1786057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ТЕХНИЧЕСКОЕ ЗАДАНИЕ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2351" y="1981081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Программа должна уметь: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2351" y="2444829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2351" y="2747129"/>
            <a:ext cx="4294227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8" name="Text 6"/>
          <p:cNvSpPr/>
          <p:nvPr/>
        </p:nvSpPr>
        <p:spPr>
          <a:xfrm>
            <a:off x="712351" y="288845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Страница входа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12351" y="3284220"/>
            <a:ext cx="4294227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Отображение страницы входа с полем для ввода ника.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8027" y="2444829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68027" y="2747129"/>
            <a:ext cx="4294227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2" name="Text 10"/>
          <p:cNvSpPr/>
          <p:nvPr/>
        </p:nvSpPr>
        <p:spPr>
          <a:xfrm>
            <a:off x="5168027" y="288845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Регистрация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168027" y="3284220"/>
            <a:ext cx="4294227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Регистрация нового пользователя при первом входе.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23703" y="2444829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23703" y="2747129"/>
            <a:ext cx="4294227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6" name="Text 14"/>
          <p:cNvSpPr/>
          <p:nvPr/>
        </p:nvSpPr>
        <p:spPr>
          <a:xfrm>
            <a:off x="9623703" y="288845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заданий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623703" y="3284220"/>
            <a:ext cx="4294227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Главная страница со списком экологических заданий, каждое из которых можно отметить как выполненное или снять отметку.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2351" y="4435673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2351" y="4737973"/>
            <a:ext cx="4294227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0" name="Text 18"/>
          <p:cNvSpPr/>
          <p:nvPr/>
        </p:nvSpPr>
        <p:spPr>
          <a:xfrm>
            <a:off x="712351" y="487930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Пересчёт баллов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12351" y="5275064"/>
            <a:ext cx="4294227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Автоматический пересчёт баллов: при выполнении задания баллы начисляются, при отмене — списываются.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8027" y="4435673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68027" y="4737973"/>
            <a:ext cx="4294227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4" name="Text 22"/>
          <p:cNvSpPr/>
          <p:nvPr/>
        </p:nvSpPr>
        <p:spPr>
          <a:xfrm>
            <a:off x="5168027" y="487930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Прогресс-бар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5168027" y="5275064"/>
            <a:ext cx="4294227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Подсчёт процента выполненных заданий от общего числа.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23703" y="4435673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23703" y="4737973"/>
            <a:ext cx="4294227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8" name="Text 26"/>
          <p:cNvSpPr/>
          <p:nvPr/>
        </p:nvSpPr>
        <p:spPr>
          <a:xfrm>
            <a:off x="9623703" y="487930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лидеров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9623703" y="5275064"/>
            <a:ext cx="429422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Топ-10 пользователей по баллам.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2351" y="6426518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2351" y="6728817"/>
            <a:ext cx="13205579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32" name="Text 30"/>
          <p:cNvSpPr/>
          <p:nvPr/>
        </p:nvSpPr>
        <p:spPr>
          <a:xfrm>
            <a:off x="712351" y="687014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 из аккаунта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712351" y="7265908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Возможность выхода из аккаунта.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647819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проекта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1568768"/>
            <a:ext cx="1096923" cy="355759"/>
          </a:xfrm>
          <a:prstGeom prst="roundRect">
            <a:avLst>
              <a:gd name="adj" fmla="val 38734"/>
            </a:avLst>
          </a:prstGeom>
          <a:noFill/>
          <a:ln w="7620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4747" y="1633776"/>
            <a:ext cx="852130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СТРУКТУРА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2351" y="2267545"/>
            <a:ext cx="2544842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Модули и библиотеки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2351" y="2631043"/>
            <a:ext cx="3723799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Основные функции (маршруты)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2351" y="3091458"/>
            <a:ext cx="6369248" cy="2200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init_db()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создание таблиц и добавление стартовых заданий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index()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главная страница, отображение задач, баллов, прогресса и рейтинга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toggle_task(task_id)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переключение состояния выполнения задания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login()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страница входа/регистрации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logout()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выход из аккаунта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18308" y="2106097"/>
            <a:ext cx="6644997" cy="3905607"/>
          </a:xfrm>
          <a:prstGeom prst="roundRect">
            <a:avLst>
              <a:gd name="adj" fmla="val 7056"/>
            </a:avLst>
          </a:prstGeom>
          <a:solidFill>
            <a:srgbClr val="FFF0ED"/>
          </a:solidFill>
          <a:ln/>
        </p:spPr>
      </p:sp>
      <p:sp>
        <p:nvSpPr>
          <p:cNvPr id="9" name="Text 7"/>
          <p:cNvSpPr/>
          <p:nvPr/>
        </p:nvSpPr>
        <p:spPr>
          <a:xfrm>
            <a:off x="7609642" y="226754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Шаблоны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09642" y="2727960"/>
            <a:ext cx="626233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E3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основной шаблон главной страницы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09642" y="317158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09642" y="3632002"/>
            <a:ext cx="626233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Файл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E3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db.sqlite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 таблицами: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09642" y="4059436"/>
            <a:ext cx="6262330" cy="62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highlight>
                  <a:srgbClr val="F2E3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пользователи и их баллы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highlight>
                  <a:srgbClr val="F2E3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задания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9642" y="484167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проекта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609642" y="5302091"/>
            <a:ext cx="626233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Проект состоит из одного основного файла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E3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и вспомогательных компонентов.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2351" y="6193274"/>
            <a:ext cx="6522006" cy="1388507"/>
          </a:xfrm>
          <a:prstGeom prst="roundRect">
            <a:avLst>
              <a:gd name="adj" fmla="val 12405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544" y="640746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26544" y="6803231"/>
            <a:ext cx="609361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Веб-фреймворк: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render_template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url_for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flash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95805" y="6193274"/>
            <a:ext cx="6522125" cy="1388507"/>
          </a:xfrm>
          <a:prstGeom prst="roundRect">
            <a:avLst>
              <a:gd name="adj" fmla="val 12405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9999" y="640746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sqlite3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609999" y="6803231"/>
            <a:ext cx="609373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Работа с базой данных SQLite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5618" y="414576"/>
            <a:ext cx="4527233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 работы программы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0785" y="937855"/>
            <a:ext cx="7788831" cy="4125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9217" y="3886267"/>
            <a:ext cx="1925755" cy="240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init_db()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362274" y="4195457"/>
            <a:ext cx="2062698" cy="29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Создаёт БД и стартовые задания.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746032" y="1507692"/>
            <a:ext cx="1925755" cy="240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 по нику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09089" y="1816882"/>
            <a:ext cx="2062697" cy="29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Регистрация или авторизация пользователя.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30901" y="1507692"/>
            <a:ext cx="1925755" cy="240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Главная страница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30901" y="1816882"/>
            <a:ext cx="2062697" cy="29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Загружает задания, баллы и рейтинг.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58409" y="3886400"/>
            <a:ext cx="2062696" cy="481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Переключение задания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58409" y="4436310"/>
            <a:ext cx="2062696" cy="29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Обновляет баллы и прогресс.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35618" y="5139452"/>
            <a:ext cx="8559165" cy="30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запуске приложения вызывается 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init_db()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которая создаёт файл 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db.sqlite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и таблицы (если их нет), а также заполняет таблицу задач четырьмя стартовыми заданиями.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20378" y="5507355"/>
            <a:ext cx="30480" cy="1032153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4" name="Text 11"/>
          <p:cNvSpPr/>
          <p:nvPr/>
        </p:nvSpPr>
        <p:spPr>
          <a:xfrm>
            <a:off x="3190042" y="5522595"/>
            <a:ext cx="155055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Авторизация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90042" y="5756910"/>
            <a:ext cx="2642116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странице входа пользователь вводит ник. Если такого ника ещё нет, создаётся новая запись в 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иначе используется существующая. ID пользователя сохраняется в сессии.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01690" y="5507355"/>
            <a:ext cx="30480" cy="1032153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354" y="5522595"/>
            <a:ext cx="155055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Главная страница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71354" y="5756910"/>
            <a:ext cx="2642116" cy="613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После входа открывается главная страница 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Сервер загружает из БД: баллы пользователя; все задания с полем 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completed_by_user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 топ-10 игроков по очкам.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783003" y="5507355"/>
            <a:ext cx="30480" cy="1032153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0" name="Text 17"/>
          <p:cNvSpPr/>
          <p:nvPr/>
        </p:nvSpPr>
        <p:spPr>
          <a:xfrm>
            <a:off x="8952667" y="5522595"/>
            <a:ext cx="155055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статуса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52667" y="5756910"/>
            <a:ext cx="2642116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каждого задания проверяется, совпадает ли 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completed_by_user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 ID текущего пользователя — так определяется статус выполнения. Подсчитывается прогресс в процентах.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020378" y="6644640"/>
            <a:ext cx="30480" cy="1185624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3" name="Text 20"/>
          <p:cNvSpPr/>
          <p:nvPr/>
        </p:nvSpPr>
        <p:spPr>
          <a:xfrm>
            <a:off x="3190042" y="6659880"/>
            <a:ext cx="1803202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Переключение задания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90042" y="6894195"/>
            <a:ext cx="4082772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Пользователь видит список заданий. При нажатии на переключатель (ссылка 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/toggle_task/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 сервер: получает текущего пользователя и задание; если задание уже выполнено этим пользователем — очищает 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completed_by_user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и вычитает баллы; если не выполнено — записывает ID пользователя и прибавляет баллы. После этого страница обновляется с новыми значениями.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42346" y="6644640"/>
            <a:ext cx="30480" cy="1185624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6" name="Text 23"/>
          <p:cNvSpPr/>
          <p:nvPr/>
        </p:nvSpPr>
        <p:spPr>
          <a:xfrm>
            <a:off x="7512010" y="6659880"/>
            <a:ext cx="155055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12010" y="6894195"/>
            <a:ext cx="4082772" cy="30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нажатии «Выйти» сессия очищается, пользователь возвращается на экран входа.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496610"/>
            <a:ext cx="3987165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кода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1812846" y="1219200"/>
            <a:ext cx="1678543" cy="269319"/>
          </a:xfrm>
          <a:prstGeom prst="roundRect">
            <a:avLst>
              <a:gd name="adj" fmla="val 42638"/>
            </a:avLst>
          </a:prstGeom>
          <a:solidFill>
            <a:srgbClr val="FFD7CC"/>
          </a:solidFill>
          <a:ln/>
        </p:spPr>
      </p:sp>
      <p:sp>
        <p:nvSpPr>
          <p:cNvPr id="4" name="Text 2"/>
          <p:cNvSpPr/>
          <p:nvPr/>
        </p:nvSpPr>
        <p:spPr>
          <a:xfrm>
            <a:off x="1908453" y="1266944"/>
            <a:ext cx="148732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ФУНКЦИЯ TOGGLE_TASK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12846" y="1614607"/>
            <a:ext cx="110045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Ниже приведён фрагмент функции 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toggle_task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демонстрирующий логику переключения задания и изменения баллов: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12846" y="1957983"/>
            <a:ext cx="11004590" cy="5099209"/>
          </a:xfrm>
          <a:prstGeom prst="roundRect">
            <a:avLst>
              <a:gd name="adj" fmla="val 2815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1804988" y="1957983"/>
            <a:ext cx="11020306" cy="5099209"/>
          </a:xfrm>
          <a:prstGeom prst="roundRect">
            <a:avLst>
              <a:gd name="adj" fmla="val 46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2004298" y="2117408"/>
            <a:ext cx="10621685" cy="478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@app.route('/toggle_task/&lt;int:task_id&gt;')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toggle_task(task_id):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'user_id' not in session: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redirect(url_for('login'))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user_id = session['user_id']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sqlite3.connect('db.sqlite')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 conn.cursor()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cur.execute('SELECT completed_by_user, score FROM tasks WHERE id = ?', (task_id,))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row = cur.fetchone()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row: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completed_by_user, score = row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completed_by_user == user_id: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Задание уже выполнено — отменяем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cur.execute('UPDATE tasks SET completed_by_user = NULL WHERE id = ?', (task_id,))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cur.execute('UPDATE users SET score = score - ? WHERE id = ?', (score, user_id))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Задание не выполнено — выполняем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cur.execute('UPDATE tasks SET completed_by_user = ? WHERE id = ?', (user_id, task_id))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cur.execute('UPDATE users SET score = score + ? WHERE id = ?', (score, user_id))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conn.commit()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conn.close()</a:t>
            </a:r>
            <a:endParaRPr lang="en-US" sz="12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redirect(url_for('index'))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12846" y="7183279"/>
            <a:ext cx="11004590" cy="549593"/>
          </a:xfrm>
          <a:prstGeom prst="roundRect">
            <a:avLst>
              <a:gd name="adj" fmla="val 26117"/>
            </a:avLst>
          </a:prstGeom>
          <a:solidFill>
            <a:srgbClr val="FFC4B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270" y="7410569"/>
            <a:ext cx="199311" cy="1594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331006" y="7335083"/>
            <a:ext cx="1032700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Создание, загрузка и сохранение счетчика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Best_score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25" y="568166"/>
            <a:ext cx="5319951" cy="7093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69330" y="512683"/>
            <a:ext cx="4164330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работы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069330" y="1216700"/>
            <a:ext cx="7978140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запуске приложения (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 и переходе в браузере по адресу </a:t>
            </a:r>
            <a:pPr algn="l" indent="0" marL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http://127.0.0.1:5000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открывается красивая страница входа с иконкой листа и формой.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69330" y="1816418"/>
            <a:ext cx="7978140" cy="1144191"/>
          </a:xfrm>
          <a:prstGeom prst="roundRect">
            <a:avLst>
              <a:gd name="adj" fmla="val 131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43518" y="1990606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🌿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Страница входа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43518" y="2324219"/>
            <a:ext cx="7629763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Красивая страница входа с иконкой листа и формой. После ввода ника открывается главная страница.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69330" y="3082885"/>
            <a:ext cx="7978140" cy="913090"/>
          </a:xfrm>
          <a:prstGeom prst="roundRect">
            <a:avLst>
              <a:gd name="adj" fmla="val 1641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3518" y="3257074"/>
            <a:ext cx="2157651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Главная страница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43518" y="3590687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 списком эко-заданий, количеством баллов, прогресс-баром и таблицей лидеров.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69330" y="4118253"/>
            <a:ext cx="7978140" cy="1144191"/>
          </a:xfrm>
          <a:prstGeom prst="roundRect">
            <a:avLst>
              <a:gd name="adj" fmla="val 131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43518" y="4292441"/>
            <a:ext cx="2856667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Мгновенное обновление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43518" y="4626054"/>
            <a:ext cx="7629763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Любое задание можно отметить выполненным. Баллы мгновенно обновляются. При повторном нажатии задание снимается, баллы возвращаются.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69330" y="5384721"/>
            <a:ext cx="7978140" cy="1144191"/>
          </a:xfrm>
          <a:prstGeom prst="roundRect">
            <a:avLst>
              <a:gd name="adj" fmla="val 131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43518" y="5558909"/>
            <a:ext cx="2353628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Прогресс и рейтинг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43518" y="5892522"/>
            <a:ext cx="7629763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Прогресс растёт с каждым выполненным пунктом. В лидерборде отображаются лучшие пользователи.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69330" y="6666428"/>
            <a:ext cx="7978140" cy="1050369"/>
          </a:xfrm>
          <a:prstGeom prst="roundRect">
            <a:avLst>
              <a:gd name="adj" fmla="val 14273"/>
            </a:avLst>
          </a:prstGeom>
          <a:solidFill>
            <a:srgbClr val="B6FCB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898" y="6903958"/>
            <a:ext cx="208121" cy="1665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10588" y="6830258"/>
            <a:ext cx="7270313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Всё работает в соответствии с заданием. База данных автоматически создаётся и наполняется тестовыми данными. Приложение стабильно, поддерживает нескольких пользователей.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99361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Заключение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12351" y="1520309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процессе создания проекта я освоил: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351" y="1984058"/>
            <a:ext cx="478393" cy="4783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2351" y="266426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12351" y="3060025"/>
            <a:ext cx="4267319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Основы работы с микрофреймворком Flask: маршрутизация, шаблоны, обработка форм, сессии, flash-сообщения.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1481" y="1984058"/>
            <a:ext cx="478393" cy="4783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1481" y="266426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181481" y="3060025"/>
            <a:ext cx="4267319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Взаимодействие с базой данных SQLite через встроенный модуль sqlite3: создание таблиц, запросы с параметрами, предотвращающие SQL-инъекции.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0611" y="1984058"/>
            <a:ext cx="478393" cy="4783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0611" y="266426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Аутентификация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650611" y="3060025"/>
            <a:ext cx="426731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Реализацию системы аутентификации без паролей через сессии.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2351" y="4511635"/>
            <a:ext cx="478393" cy="4783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2351" y="519183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Toggle-логика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12351" y="5587603"/>
            <a:ext cx="426731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Логику переключения состояний (toggle) с изменением числовых показателей (баллы).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81481" y="4511635"/>
            <a:ext cx="478393" cy="4783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81481" y="519183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5181481" y="5587603"/>
            <a:ext cx="4267319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Вёрстку интерфейса с использованием Bootstrap 5 и иконок Font Awesome (встроено прямо в строку шаблона входа).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712351" y="6615708"/>
            <a:ext cx="13205579" cy="1014413"/>
          </a:xfrm>
          <a:prstGeom prst="roundRect">
            <a:avLst>
              <a:gd name="adj" fmla="val 16980"/>
            </a:avLst>
          </a:prstGeom>
          <a:solidFill>
            <a:srgbClr val="B6D6FC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3684" y="6900624"/>
            <a:ext cx="239197" cy="19133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34214" y="6824901"/>
            <a:ext cx="1239238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Возможности расширения: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добавить уровни, разные типы заданий, восстановление пароля, уведомления, более красивый интерфейс на основе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render_template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15779"/>
            <a:ext cx="4075748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источников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90568" y="1259443"/>
            <a:ext cx="11249144" cy="978098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13428" y="1282303"/>
            <a:ext cx="652105" cy="932378"/>
          </a:xfrm>
          <a:prstGeom prst="roundRect">
            <a:avLst>
              <a:gd name="adj" fmla="val 1829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913453" y="1595676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482691" y="1445300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Документация Flask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82691" y="1770340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u="sng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https://flask.palletsprojects.com/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90568" y="2354699"/>
            <a:ext cx="11249144" cy="978098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3428" y="2377559"/>
            <a:ext cx="652105" cy="932378"/>
          </a:xfrm>
          <a:prstGeom prst="roundRect">
            <a:avLst>
              <a:gd name="adj" fmla="val 1829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913453" y="2690932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82691" y="2540556"/>
            <a:ext cx="2165509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Документация SQLite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82691" y="2865596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u="sng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https://docs.python.org/3/library/sqlite3.html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690568" y="3449955"/>
            <a:ext cx="11249144" cy="978098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3428" y="3472815"/>
            <a:ext cx="652105" cy="932378"/>
          </a:xfrm>
          <a:prstGeom prst="roundRect">
            <a:avLst>
              <a:gd name="adj" fmla="val 1829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13453" y="3786188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482691" y="3635812"/>
            <a:ext cx="40046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Официальная документация Bootstrap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82691" y="3960852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u="sng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https://getbootstrap.com/docs/5.3/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690568" y="4545211"/>
            <a:ext cx="11249144" cy="978098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13428" y="4568071"/>
            <a:ext cx="652105" cy="932378"/>
          </a:xfrm>
          <a:prstGeom prst="roundRect">
            <a:avLst>
              <a:gd name="adj" fmla="val 18294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913453" y="4881443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482691" y="4731068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Awesome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82691" y="5056108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u="sng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https://fontawesome.com/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690568" y="5640467"/>
            <a:ext cx="11249144" cy="978098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13428" y="5663327"/>
            <a:ext cx="652105" cy="932378"/>
          </a:xfrm>
          <a:prstGeom prst="roundRect">
            <a:avLst>
              <a:gd name="adj" fmla="val 18294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913453" y="5976699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2482691" y="5826323"/>
            <a:ext cx="473273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Учебные материалы по Flask на русском языке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82691" y="6151364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flask-russian-docs.readthedocs.io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690568" y="6735723"/>
            <a:ext cx="11249144" cy="978098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13428" y="6758583"/>
            <a:ext cx="652105" cy="932378"/>
          </a:xfrm>
          <a:prstGeom prst="roundRect">
            <a:avLst>
              <a:gd name="adj" fmla="val 18294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913453" y="7071955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2482691" y="6921579"/>
            <a:ext cx="40571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Статьи по созданию трекеров привычек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482691" y="7246620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Habr, Хекслет и др.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2026-05-04T10:32:08Z</dcterms:created>
  <dcterms:modified xsi:type="dcterms:W3CDTF">2026-05-04T10:32:08Z</dcterms:modified>
</cp:coreProperties>
</file>